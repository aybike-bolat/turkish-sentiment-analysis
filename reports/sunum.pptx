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-710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🇹🇷 Türkçe Metin Duygu Analizi Sistemi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D0E0F0"/>
                </a:solidFill>
              </a:rPr>
              <a:t>Yapay Zeka Staj Projesi — NLP Tabanlı Duygu Sınıflandırma</a:t>
            </a:r>
          </a:p>
          <a:p>
            <a:pPr algn="ctr"/>
            <a:r>
              <a:rPr sz="1600" i="1">
                <a:solidFill>
                  <a:srgbClr val="B0C8E0"/>
                </a:solidFill>
              </a:rPr>
              <a:t>Pozitif · Negatif · Nötr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Sunum Akışı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4E79"/>
                </a:solidFill>
              </a:rPr>
              <a:t>•  1. Proje Amacı ve Kapsamı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4E79"/>
                </a:solidFill>
              </a:rPr>
              <a:t>•  2. Veri Seti: TRSAv1 (Dengeli Veri Seti)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4E79"/>
                </a:solidFill>
              </a:rPr>
              <a:t>•  3. Metodoloji (Ön İşleme + Modelleme)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4E79"/>
                </a:solidFill>
              </a:rPr>
              <a:t>•  4. Model Karşılaştırma Sonuçları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4E79"/>
                </a:solidFill>
              </a:rPr>
              <a:t>•  5. Canlı Demo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4E79"/>
                </a:solidFill>
              </a:rPr>
              <a:t>•  6. Sonuç ve Öneriler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1. Proje Amacı</a:t>
            </a:r>
          </a:p>
          <a:p>
            <a:r>
              <a:rPr sz="1400">
                <a:solidFill>
                  <a:srgbClr val="D0E0F0"/>
                </a:solidFill>
              </a:rPr>
              <a:t>Yapay Zeka Staj Projesi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404040"/>
                </a:solidFill>
              </a:rPr>
              <a:t>Kullanıcı tarafından girilen Türkçe metinlerin duygu durumunu otomatik olarak Pozitif, Negatif veya Nötr olarak sınıflandıran bir sistem geliştirmek.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NLP temel kavramlarını (TF-IDF, tokenizasyon, stopword) öğrenmek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Gerçek veri üzerinde veri temizleme deneyimi kazanmak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Naive Bayes, Logistic Regression, SVM modellerini karşılaştırmak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Basit ve işlevsel bir kullanıcı arayüzü geliştirmek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2. Veri Seti: TRSAv1</a:t>
            </a:r>
          </a:p>
          <a:p>
            <a:r>
              <a:rPr sz="1400">
                <a:solidFill>
                  <a:srgbClr val="D0E0F0"/>
                </a:solidFill>
              </a:rPr>
              <a:t>Turkish Sentiment Analysis v1 — Aydoğan &amp; Kocaman,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150.000 gerçek e-ticaret yorumu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Pozitif: 50.000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Negatif: 50.000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Nötr: 50.000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→ TAM DENGELİ dağılım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</a:rPr>
              <a:t>•  Hugging Face: maydogan/Turkish_SentimentAnalysis_TRSAv1</a:t>
            </a:r>
          </a:p>
        </p:txBody>
      </p:sp>
      <p:pic>
        <p:nvPicPr>
          <p:cNvPr id="6" name="Picture 5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3. Metodoloji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4E79"/>
                </a:solidFill>
              </a:rPr>
              <a:t>Veri Ön İşleme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Türkçe'ye özgü küçük harfe çevirme (İ→i, I→ı) · URL/noktalama temizleme · Stopword filtreleme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4E79"/>
                </a:solidFill>
              </a:rPr>
              <a:t>Öznitelik Çıkarımı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TF-IDF (unigram + bigram, 30.000 öznitelik)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4E79"/>
                </a:solidFill>
              </a:rPr>
              <a:t>Modeller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Multinomial Naive Bayes  ·  Logistic Regression  ·  Linear SVM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4. Model Karşılaştırma Sonuçları</a:t>
            </a:r>
          </a:p>
        </p:txBody>
      </p:sp>
      <p:pic>
        <p:nvPicPr>
          <p:cNvPr id="5" name="Picture 4" descr="05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70" y="1111718"/>
            <a:ext cx="7772400" cy="4857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69680" y="1483193"/>
            <a:ext cx="292608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1F4E79"/>
                </a:solidFill>
              </a:rPr>
              <a:t>•  Naive Bayes: %77.5</a:t>
            </a: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1F4E79"/>
                </a:solidFill>
              </a:rPr>
              <a:t>•  Logistic Regression: %77.3</a:t>
            </a: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1F4E79"/>
                </a:solidFill>
              </a:rPr>
              <a:t>•  SVM: %</a:t>
            </a:r>
            <a:r>
              <a:rPr sz="1600" b="0" dirty="0" smtClean="0">
                <a:solidFill>
                  <a:srgbClr val="1F4E79"/>
                </a:solidFill>
              </a:rPr>
              <a:t>76.8</a:t>
            </a:r>
            <a:endParaRPr sz="1600" b="0" dirty="0">
              <a:solidFill>
                <a:srgbClr val="1F4E79"/>
              </a:solidFill>
            </a:endParaRP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1F4E79"/>
                </a:solidFill>
              </a:rPr>
              <a:t>•  En </a:t>
            </a:r>
            <a:r>
              <a:rPr sz="1600" b="0" dirty="0" err="1">
                <a:solidFill>
                  <a:srgbClr val="1F4E79"/>
                </a:solidFill>
              </a:rPr>
              <a:t>iyi</a:t>
            </a:r>
            <a:r>
              <a:rPr sz="1600" b="0" dirty="0">
                <a:solidFill>
                  <a:srgbClr val="1F4E79"/>
                </a:solidFill>
              </a:rPr>
              <a:t>: Naive Bayes</a:t>
            </a:r>
          </a:p>
          <a:p>
            <a:pPr algn="l">
              <a:spcAft>
                <a:spcPts val="1000"/>
              </a:spcAft>
            </a:pPr>
            <a:r>
              <a:rPr sz="1600" b="0" dirty="0">
                <a:solidFill>
                  <a:srgbClr val="1F4E79"/>
                </a:solidFill>
              </a:rPr>
              <a:t>•  (en </a:t>
            </a:r>
            <a:r>
              <a:rPr sz="1600" b="0" dirty="0" err="1">
                <a:solidFill>
                  <a:srgbClr val="1F4E79"/>
                </a:solidFill>
              </a:rPr>
              <a:t>hızlı</a:t>
            </a:r>
            <a:r>
              <a:rPr sz="1600" b="0" dirty="0">
                <a:solidFill>
                  <a:srgbClr val="1F4E79"/>
                </a:solidFill>
              </a:rPr>
              <a:t> + en </a:t>
            </a:r>
            <a:r>
              <a:rPr sz="1600" b="0" dirty="0" err="1">
                <a:solidFill>
                  <a:srgbClr val="1F4E79"/>
                </a:solidFill>
              </a:rPr>
              <a:t>başarılı</a:t>
            </a:r>
            <a:r>
              <a:rPr sz="1600" b="0" dirty="0">
                <a:solidFill>
                  <a:srgbClr val="1F4E79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95149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Confusion Matrix — Naive Bayes</a:t>
            </a:r>
          </a:p>
        </p:txBody>
      </p:sp>
      <p:pic>
        <p:nvPicPr>
          <p:cNvPr id="5" name="Picture 4" descr="cm_naive_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340" y="1371600"/>
            <a:ext cx="5486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Pozitif ↔ Negatif ayrımı net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Nötr sınıf en zor ayırt edilen sınıf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(pozitif ve negatifle kısmen karışıyor)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5311" y="2560320"/>
            <a:ext cx="351089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🔮 </a:t>
            </a:r>
            <a:r>
              <a:rPr lang="tr-TR" sz="4400" b="1" dirty="0" smtClean="0">
                <a:solidFill>
                  <a:srgbClr val="FFFFFF"/>
                </a:solidFill>
              </a:rPr>
              <a:t>  </a:t>
            </a:r>
            <a:r>
              <a:rPr sz="4400" b="1" dirty="0" err="1" smtClean="0">
                <a:solidFill>
                  <a:srgbClr val="FFFFFF"/>
                </a:solidFill>
              </a:rPr>
              <a:t>Canlı</a:t>
            </a:r>
            <a:r>
              <a:rPr sz="4400" b="1" dirty="0" smtClean="0">
                <a:solidFill>
                  <a:srgbClr val="FFFFFF"/>
                </a:solidFill>
              </a:rPr>
              <a:t> </a:t>
            </a:r>
            <a:r>
              <a:rPr sz="4400" b="1" dirty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D0E0F0"/>
                </a:solidFill>
              </a:rPr>
              <a:t>streamlit run app/streamlit_app.py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5. Sonuç ve Öneriler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404040"/>
                </a:solidFill>
              </a:rPr>
              <a:t>En iyi model Naive Bayes ile %77,5 accuracy / %77,4 macro-F1 elde edildi.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F4E79"/>
                </a:solidFill>
              </a:rPr>
              <a:t>Gelecek Çalışmalar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Hiperparametre optimizasyonu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Word2Vec / FastText tabanlı öznitelikler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BERTurk fine-tuning ile %90+ accuracy potansiyeli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404040"/>
                </a:solidFill>
              </a:rPr>
              <a:t>•  Model ensemble (voting/stacking)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Teşekkürler!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345</Words>
  <Application>Microsoft Office PowerPoint</Application>
  <PresentationFormat>Özel</PresentationFormat>
  <Paragraphs>52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1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aybike bolat</cp:lastModifiedBy>
  <cp:revision>2</cp:revision>
  <dcterms:created xsi:type="dcterms:W3CDTF">2013-01-27T09:14:16Z</dcterms:created>
  <dcterms:modified xsi:type="dcterms:W3CDTF">2026-07-04T19:33:07Z</dcterms:modified>
  <cp:category/>
</cp:coreProperties>
</file>